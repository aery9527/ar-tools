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r:id="rId3"/>
  </p:sldMasterIdLst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Welcome to ar-tools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A developer toolkit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Features Overview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Excel to Markdown conversion</a:t>
            </a:r>
          </a:p>
          <a:p>
            <a:r>
              <a:rPr lang="en-US"/>
              <a:t>PowerPoint to Markdown conversion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/>
      </p:pic>
    </p:spTree>
  </p:cSld>
</p:sld>
</file>