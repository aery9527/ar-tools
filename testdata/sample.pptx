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>
  <p:sldMasterIdLst>
    <p:sldMasterId r:id="rId4"/>
  </p:sldMasterIdLst>
  <p:sldIdLst>
    <p:sldId id="256" r:id="rId1"/>
    <p:sldId id="257" r:id="rId2"/>
    <p:sldId id="258" r:id="rId3"/>
  </p:sldIdLst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" Target="slides/slide1.xml"/>
  <Relationship Id="rId2" Type="http://schemas.openxmlformats.org/officeDocument/2006/relationships/slide" Target="slides/slide2.xml"/>
  <Relationship Id="rId3" Type="http://schemas.openxmlformats.org/officeDocument/2006/relationships/slide" Target="slides/slide3.xml"/>
  <Relationship Id="rId4" Type="http://schemas.openxmlformats.org/officeDocument/2006/relationships/slideMaster" Target="slideMasters/slideMaster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type="blank">
  <p:cSld>
    <p:spTree>
      <p:nvGrpSpPr>
        <p:cNvPr id="1" name=""/>
        <p:cNvGrpSpPr/>
        <p:nvPr/>
      </p:nvGrpSpPr>
      <p:grpSpPr/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</p:spTree>
  </p:cSld>
  <p:sldLayoutIdLst>
    <p:sldLayoutId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png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Welcome to ar-tools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A developer toolkit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Features Overview</a:t>
            </a:r>
          </a:p>
        </p:txBody>
      </p:sp>
      <p:sp>
        <p:nvSpPr>
          <p:cNvPr id="3" name="Content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/>
              <a:t>Excel to Markdown conversion</a:t>
            </a:r>
          </a:p>
          <a:p>
            <a:r>
              <a:rPr lang="en-US"/>
              <a:t>PowerPoint to Markdown conversion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/>
      </p:pic>
    </p:spTree>
  </p:cSld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Comparison Table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0" y="0"/>
          <a:ext cx="9144000" cy="3600000"/>
        </p:xfrm>
        <a:graphic>
          <a:graphicData uri="http://schemas.openxmlformats.org/drawingml/2006/table">
            <a:tbl>
              <a:tblGrid>
                <a:gridCol w="3048000"/>
                <a:gridCol w="3048000"/>
                <a:gridCol w="30480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Feature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r>
                        <a:rPr lang="en-US"/>
                        <a:t>Status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r>
                        <a:rPr lang="en-US"/>
                        <a:t>Notes</a:t>
                      </a:r>
                    </a:p>
                  </a:txBody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XLSX to MD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r>
                        <a:rPr lang="en-US"/>
                        <a:t>Done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r>
                        <a:rPr lang="en-US"/>
                        <a:t>Multi-sheet support</a:t>
                      </a:r>
                    </a:p>
                  </a:txBody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PPTX to MD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r>
                        <a:rPr lang="en-US"/>
                        <a:t>Done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r>
                        <a:rPr lang="en-US"/>
                        <a:t>Image extraction</a:t>
                      </a:r>
                    </a:p>
                  </a:txBody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PPTX to PDF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r>
                        <a:rPr lang="en-US"/>
                        <a:t>In Progress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r>
                        <a:rPr lang="en-US"/>
                        <a:t>Tables and images</a:t>
                      </a:r>
                    </a:p>
                  </a:txBody>
                </a:tc>
              </a:tr>
            </a:tbl>
          </a:graphicData>
        </a:graphic>
      </p:graphicFrame>
    </p:spTree>
  </p:cSld>
</p:sld>
</file>